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64008"/>
          </a:xfrm>
          <a:prstGeom prst="rect">
            <a:avLst/>
          </a:prstGeom>
          <a:solidFill>
            <a:srgbClr val="C99A3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E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次世代フリマアプリ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9601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Market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「値下げ交渉、AIに丸投げしませんか？」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7D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人がやっていた“駆け引き・査定・交換”を、AIが代行するマーケット。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937760"/>
            <a:ext cx="1883664" cy="640080"/>
          </a:xfrm>
          <a:prstGeom prst="roundRect">
            <a:avLst>
              <a:gd name="adj" fmla="val 17143"/>
            </a:avLst>
          </a:prstGeom>
          <a:solidFill>
            <a:srgbClr val="B85042"/>
          </a:solidFill>
          <a:ln/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4937760"/>
            <a:ext cx="18836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テーマの体現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980944" y="4937760"/>
            <a:ext cx="2121408" cy="640080"/>
          </a:xfrm>
          <a:prstGeom prst="roundRect">
            <a:avLst>
              <a:gd name="adj" fmla="val 17143"/>
            </a:avLst>
          </a:prstGeom>
          <a:solidFill>
            <a:srgbClr val="2E7D5B"/>
          </a:solidFill>
          <a:ln/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80944" y="4937760"/>
            <a:ext cx="21214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AIの活用価値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76672" y="4937760"/>
            <a:ext cx="2359152" cy="640080"/>
          </a:xfrm>
          <a:prstGeom prst="roundRect">
            <a:avLst>
              <a:gd name="adj" fmla="val 17143"/>
            </a:avLst>
          </a:prstGeom>
          <a:solidFill>
            <a:srgbClr val="C99A3C"/>
          </a:solidFill>
          <a:ln/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76672" y="493776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アイデアの新規性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A7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 ×  Gemini  —  マルチAI構成で“完全実動”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テーマの体現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E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フリマの“面倒”を、まるごとAIに委ねる市場へ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7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「次世代」とは新機能の追加ではなく、これまで人が抱えていた手間と心理的負担をAIへ“委譲”すること、と解釈した。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6880" y="2743200"/>
            <a:ext cx="33832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7D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6880" y="2743200"/>
            <a:ext cx="3383280" cy="12801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" name="Shape 6"/>
          <p:cNvSpPr/>
          <p:nvPr/>
        </p:nvSpPr>
        <p:spPr>
          <a:xfrm>
            <a:off x="1002640" y="3200400"/>
            <a:ext cx="914400" cy="9144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0384" y="3438144"/>
            <a:ext cx="438912" cy="4389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56920" y="42519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A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値下げ交渉のストレス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56920" y="48920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“いくらまで下がる？”の駆け引きを、双方のAIエージェントが代行。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404208" y="2743200"/>
            <a:ext cx="33832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7D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04208" y="2743200"/>
            <a:ext cx="3383280" cy="12801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4" name="Shape 11"/>
          <p:cNvSpPr/>
          <p:nvPr/>
        </p:nvSpPr>
        <p:spPr>
          <a:xfrm>
            <a:off x="4769968" y="3200400"/>
            <a:ext cx="914400" cy="9144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712" y="3438144"/>
            <a:ext cx="438912" cy="4389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24248" y="42519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A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値付け・出品の手間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4724248" y="48920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写真を撮るだけ。AIが商品を識別し相場から適正価格と説明文を自動生成。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8171536" y="2743200"/>
            <a:ext cx="33832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7D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171536" y="2743200"/>
            <a:ext cx="3383280" cy="12801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0" name="Shape 16"/>
          <p:cNvSpPr/>
          <p:nvPr/>
        </p:nvSpPr>
        <p:spPr>
          <a:xfrm>
            <a:off x="8537296" y="3200400"/>
            <a:ext cx="914400" cy="9144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5040" y="3438144"/>
            <a:ext cx="438912" cy="43891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91576" y="42519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A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売れ残り・現金前提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8491576" y="48920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欲しい物どうしをAIが循環マッチング。お金がなくても“交換”で手に入る。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777240" y="61722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2E7D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“出品して、待って、交渉して、現金で買う” という常識を、AIが裏側から作り変える。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883664" cy="384048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AIの活用価値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E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単なる説明文生成では終わらない、5つのAI体験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7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OpenAI（GPT / Moderation）と Gemini（Vision / Google検索グラウンディング / 画像生成）を用途別に使い分けるマルチAI設計。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514600"/>
            <a:ext cx="1063447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7D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263347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770632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3080" y="2551176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AIオート値下げ交渉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74920" y="2551176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購入者AI⇔出品者AIが自律対話し交渉を完結。合意額が価格・決済・売上に即連動。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77240" y="3273552"/>
            <a:ext cx="1063447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7D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005840" y="3392424"/>
            <a:ext cx="512064" cy="512064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529584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83080" y="331012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カメラ写真AI査定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074920" y="3310128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Visionが商品識別＋Google検索で相場をリアルタイム取得し自動値付け。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77240" y="4032504"/>
            <a:ext cx="1063447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7D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005840" y="4151376"/>
            <a:ext cx="512064" cy="512064"/>
          </a:xfrm>
          <a:prstGeom prst="ellipse">
            <a:avLst/>
          </a:prstGeom>
          <a:solidFill>
            <a:srgbClr val="C99A3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288536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83080" y="40690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出品禁止物・不適切検知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5074920" y="406908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Moderation APIが禁止物品・不適切コンテンツを出品時に自動審査。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777240" y="4791456"/>
            <a:ext cx="1063447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7D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005840" y="4910328"/>
            <a:ext cx="512064" cy="512064"/>
          </a:xfrm>
          <a:prstGeom prst="ellipse">
            <a:avLst/>
          </a:prstGeom>
          <a:solidFill>
            <a:srgbClr val="3A2E2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5047488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783080" y="4828032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AI使用シーン合成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5074920" y="4828032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商品×プロフィール写真をGeminiが合成し“使っている情景”を自動生成。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777240" y="5550408"/>
            <a:ext cx="1063447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7D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1005840" y="5669280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5806440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783080" y="5586984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Q&amp;A 代理応答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5074920" y="5586984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購入者の質問に、AIが出品者になりかわって即時回答。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2304288" cy="384048"/>
          </a:xfrm>
          <a:prstGeom prst="roundRect">
            <a:avLst>
              <a:gd name="adj" fmla="val 50000"/>
            </a:avLst>
          </a:prstGeom>
          <a:solidFill>
            <a:srgbClr val="C99A3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アイデアの新規性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他のフリマにはない、3つの“尖った”発明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99720" y="2286000"/>
            <a:ext cx="3456432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99720" y="2286000"/>
            <a:ext cx="3456432" cy="822960"/>
          </a:xfrm>
          <a:prstGeom prst="rect">
            <a:avLst/>
          </a:prstGeom>
          <a:solidFill>
            <a:srgbClr val="B8504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200" y="250545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67432" y="237744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65480" y="3337560"/>
            <a:ext cx="27249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A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自律エージェント交渉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65480" y="4206240"/>
            <a:ext cx="27249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“大阪商人”“冷徹エリート”など人格を持つAI同士が最大6ターン駆け引き。交渉をエンタメ化。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67632" y="2286000"/>
            <a:ext cx="3456432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67632" y="2286000"/>
            <a:ext cx="3456432" cy="822960"/>
          </a:xfrm>
          <a:prstGeom prst="rect">
            <a:avLst/>
          </a:prstGeom>
          <a:solidFill>
            <a:srgbClr val="2E7D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9112" y="2505456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35344" y="237744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4733392" y="3337560"/>
            <a:ext cx="27249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A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AIわらしべ物々交換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733392" y="4206240"/>
            <a:ext cx="27249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DFSで A⇄B⇄C の3者循環ループを自動探索。差額は清算金で相殺するゼロサム交換。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8235544" y="2286000"/>
            <a:ext cx="3456432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35544" y="2286000"/>
            <a:ext cx="3456432" cy="822960"/>
          </a:xfrm>
          <a:prstGeom prst="rect">
            <a:avLst/>
          </a:prstGeom>
          <a:solidFill>
            <a:srgbClr val="C99A3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7024" y="2505456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503256" y="237744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21" name="Text 16"/>
          <p:cNvSpPr/>
          <p:nvPr/>
        </p:nvSpPr>
        <p:spPr>
          <a:xfrm>
            <a:off x="8601304" y="3337560"/>
            <a:ext cx="27249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A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AIシーン合成 ＋ 動画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601304" y="4206240"/>
            <a:ext cx="27249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生成した使用風景に、風や光が揺れる映画風シネマグラフを付与して魅せる。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777240" y="60807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99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AIを“便利機能”ではなく、フリマ体験そのものを動かす主役に据えた点が新しい。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764792" cy="384048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764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なぜ“次世代”か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E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既存フリマアプリ  vs  Next Market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2651760" cy="640080"/>
          </a:xfrm>
          <a:prstGeom prst="rect">
            <a:avLst/>
          </a:prstGeom>
          <a:solidFill>
            <a:srgbClr val="3A2E2A"/>
          </a:solidFill>
          <a:ln/>
        </p:spPr>
      </p:sp>
      <p:sp>
        <p:nvSpPr>
          <p:cNvPr id="6" name="Shape 4"/>
          <p:cNvSpPr/>
          <p:nvPr/>
        </p:nvSpPr>
        <p:spPr>
          <a:xfrm>
            <a:off x="3429000" y="2011680"/>
            <a:ext cx="3703320" cy="640080"/>
          </a:xfrm>
          <a:prstGeom prst="rect">
            <a:avLst/>
          </a:prstGeom>
          <a:solidFill>
            <a:srgbClr val="8A7C73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0" y="2011680"/>
            <a:ext cx="4279392" cy="6400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116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観点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29000" y="201168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既存フリマアプリ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0" y="2011680"/>
            <a:ext cx="4279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Market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2651760"/>
            <a:ext cx="26517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FE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2651760"/>
            <a:ext cx="37033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FE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0" y="2651760"/>
            <a:ext cx="4279392" cy="841248"/>
          </a:xfrm>
          <a:prstGeom prst="rect">
            <a:avLst/>
          </a:prstGeom>
          <a:solidFill>
            <a:srgbClr val="F3EAE6"/>
          </a:solidFill>
          <a:ln w="12700">
            <a:solidFill>
              <a:srgbClr val="E5D2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651760"/>
            <a:ext cx="2286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値下げ交渉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657600" y="2651760"/>
            <a:ext cx="3246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当事者どうしが手動でやり取り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360920" y="2651760"/>
            <a:ext cx="382219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双方のAIエージェントが自律代行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77240" y="3493008"/>
            <a:ext cx="2651760" cy="841248"/>
          </a:xfrm>
          <a:prstGeom prst="rect">
            <a:avLst/>
          </a:prstGeom>
          <a:solidFill>
            <a:srgbClr val="F4EEE2"/>
          </a:solidFill>
          <a:ln w="12700">
            <a:solidFill>
              <a:srgbClr val="EFE7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29000" y="3493008"/>
            <a:ext cx="3703320" cy="841248"/>
          </a:xfrm>
          <a:prstGeom prst="rect">
            <a:avLst/>
          </a:prstGeom>
          <a:solidFill>
            <a:srgbClr val="F4EEE2"/>
          </a:solidFill>
          <a:ln w="12700">
            <a:solidFill>
              <a:srgbClr val="EFE7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0" y="3493008"/>
            <a:ext cx="4279392" cy="841248"/>
          </a:xfrm>
          <a:prstGeom prst="rect">
            <a:avLst/>
          </a:prstGeom>
          <a:solidFill>
            <a:srgbClr val="F3EAE6"/>
          </a:solidFill>
          <a:ln w="12700">
            <a:solidFill>
              <a:srgbClr val="E5D2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493008"/>
            <a:ext cx="2286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値付け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657600" y="3493008"/>
            <a:ext cx="3246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相場を自分で調べて手入力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360920" y="3493008"/>
            <a:ext cx="382219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写真1枚→AIが識別・相場検索・自動入力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77240" y="4334256"/>
            <a:ext cx="26517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FE7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29000" y="4334256"/>
            <a:ext cx="37033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FE7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0" y="4334256"/>
            <a:ext cx="4279392" cy="841248"/>
          </a:xfrm>
          <a:prstGeom prst="rect">
            <a:avLst/>
          </a:prstGeom>
          <a:solidFill>
            <a:srgbClr val="F3EAE6"/>
          </a:solidFill>
          <a:ln w="12700">
            <a:solidFill>
              <a:srgbClr val="E5D2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4334256"/>
            <a:ext cx="2286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不要品の循環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3657600" y="4334256"/>
            <a:ext cx="3246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現金売買が前提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360920" y="4334256"/>
            <a:ext cx="382219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AIが3者循環の物々交換を自動成立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777240" y="5175504"/>
            <a:ext cx="2651760" cy="841248"/>
          </a:xfrm>
          <a:prstGeom prst="rect">
            <a:avLst/>
          </a:prstGeom>
          <a:solidFill>
            <a:srgbClr val="F4EEE2"/>
          </a:solidFill>
          <a:ln w="12700">
            <a:solidFill>
              <a:srgbClr val="EFE7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29000" y="5175504"/>
            <a:ext cx="3703320" cy="841248"/>
          </a:xfrm>
          <a:prstGeom prst="rect">
            <a:avLst/>
          </a:prstGeom>
          <a:solidFill>
            <a:srgbClr val="F4EEE2"/>
          </a:solidFill>
          <a:ln w="12700">
            <a:solidFill>
              <a:srgbClr val="EFE7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32320" y="5175504"/>
            <a:ext cx="4279392" cy="841248"/>
          </a:xfrm>
          <a:prstGeom prst="rect">
            <a:avLst/>
          </a:prstGeom>
          <a:solidFill>
            <a:srgbClr val="F3EAE6"/>
          </a:solidFill>
          <a:ln w="12700">
            <a:solidFill>
              <a:srgbClr val="E5D2C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5175504"/>
            <a:ext cx="2286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安全性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3657600" y="5175504"/>
            <a:ext cx="3246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通報ベースの事後対応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360920" y="5175504"/>
            <a:ext cx="382219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出品時にAIが禁止物・不適切を自動検知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3A2E2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Market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i="1" dirty="0">
                <a:solidFill>
                  <a:srgbClr val="FFE9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AIが交渉し、査定し、循環させる。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i="1" dirty="0">
                <a:solidFill>
                  <a:srgbClr val="FFE9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フリマの“面倒”が消えた、次世代マーケット。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4617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AI連携機能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520440" y="39776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520440" y="4617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AIエンジン併用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0" y="39776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3者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217920" y="4617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物々交換ループ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15400" y="39776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915400" y="4617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E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完全実動デモ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テーマの体現  /  AIの活用価値  /  アイデアの新規性 — すべてをプロダクトで証明する。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 Market</dc:title>
  <dc:subject>PptxGenJS Presentation</dc:subject>
  <dc:creator>Next Market</dc:creator>
  <cp:lastModifiedBy>Next Market</cp:lastModifiedBy>
  <cp:revision>1</cp:revision>
  <dcterms:created xsi:type="dcterms:W3CDTF">2026-06-21T06:42:28Z</dcterms:created>
  <dcterms:modified xsi:type="dcterms:W3CDTF">2026-06-21T06:42:28Z</dcterms:modified>
</cp:coreProperties>
</file>